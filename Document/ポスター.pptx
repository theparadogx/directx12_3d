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6" r:id="rId3"/>
    <p:sldId id="259" r:id="rId4"/>
    <p:sldId id="260" r:id="rId5"/>
    <p:sldId id="261" r:id="rId6"/>
    <p:sldId id="258" r:id="rId7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442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>
        <p:scale>
          <a:sx n="150" d="100"/>
          <a:sy n="150" d="100"/>
        </p:scale>
        <p:origin x="-2310" y="-7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46183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5618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/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75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5123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9789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6122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4371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4182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3842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6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3879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2369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F47FF5-0917-4694-B8C0-1A8E8343060F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B393-2765-429F-9662-ADFF88EFEA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5961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kumimoji="1"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kumimoji="1"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kumimoji="1"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678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49D6CF86-516B-4407-B05A-1AC2B6135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5119350" cy="21383626"/>
          </a:xfrm>
          <a:prstGeom prst="rect">
            <a:avLst/>
          </a:prstGeom>
        </p:spPr>
      </p:pic>
      <p:pic>
        <p:nvPicPr>
          <p:cNvPr id="3" name="図 2" descr="文字が書かれている&#10;&#10;AI 生成コンテンツは誤りを含む可能性があります。">
            <a:extLst>
              <a:ext uri="{FF2B5EF4-FFF2-40B4-BE49-F238E27FC236}">
                <a16:creationId xmlns:a16="http://schemas.microsoft.com/office/drawing/2014/main" id="{47C41585-181D-77B9-A913-24693D5B8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5570" y="10239330"/>
            <a:ext cx="2391109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932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766FFC-63E2-4707-8811-DCE15B53E428}"/>
              </a:ext>
            </a:extLst>
          </p:cNvPr>
          <p:cNvSpPr txBox="1"/>
          <p:nvPr/>
        </p:nvSpPr>
        <p:spPr>
          <a:xfrm>
            <a:off x="1403349" y="3503638"/>
            <a:ext cx="1635370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5000" b="1" dirty="0">
                <a:solidFill>
                  <a:schemeClr val="bg1">
                    <a:lumMod val="95000"/>
                  </a:schemeClr>
                </a:solidFill>
                <a:latin typeface="BankGothic Lt BT" panose="020B0607020203060204" pitchFamily="34" charset="0"/>
              </a:rPr>
              <a:t>First Sword</a:t>
            </a:r>
            <a:endParaRPr kumimoji="1" lang="ja-JP" altLang="en-US" sz="15000" b="1" dirty="0">
              <a:solidFill>
                <a:schemeClr val="bg1">
                  <a:lumMod val="95000"/>
                </a:schemeClr>
              </a:solidFill>
              <a:latin typeface="BankGothic Lt BT" panose="020B060702020306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7144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766FFC-63E2-4707-8811-DCE15B53E428}"/>
              </a:ext>
            </a:extLst>
          </p:cNvPr>
          <p:cNvSpPr txBox="1"/>
          <p:nvPr/>
        </p:nvSpPr>
        <p:spPr>
          <a:xfrm>
            <a:off x="370960" y="16629702"/>
            <a:ext cx="1452491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en-US" altLang="ja-JP" sz="15000" b="1" dirty="0">
                <a:solidFill>
                  <a:schemeClr val="bg1">
                    <a:lumMod val="95000"/>
                  </a:schemeClr>
                </a:solidFill>
                <a:latin typeface="BankGothic Lt BT" panose="020B0607020203060204" pitchFamily="34" charset="0"/>
              </a:rPr>
              <a:t>First Sword</a:t>
            </a:r>
            <a:endParaRPr kumimoji="1" lang="ja-JP" altLang="en-US" sz="15000" b="1" dirty="0">
              <a:solidFill>
                <a:schemeClr val="bg1">
                  <a:lumMod val="95000"/>
                </a:schemeClr>
              </a:solidFill>
              <a:latin typeface="BankGothic Lt BT" panose="020B060702020306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5E15602-D800-4B4B-9EB8-14AAB3D54DA5}"/>
              </a:ext>
            </a:extLst>
          </p:cNvPr>
          <p:cNvSpPr txBox="1"/>
          <p:nvPr/>
        </p:nvSpPr>
        <p:spPr>
          <a:xfrm>
            <a:off x="-243551" y="19030359"/>
            <a:ext cx="156054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4000" b="1" dirty="0">
                <a:solidFill>
                  <a:schemeClr val="accent1">
                    <a:lumMod val="75000"/>
                  </a:schemeClr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Drive by DirectX12</a:t>
            </a:r>
            <a:endParaRPr kumimoji="1" lang="ja-JP" altLang="en-US" sz="4000" b="1" dirty="0">
              <a:solidFill>
                <a:schemeClr val="accent1">
                  <a:lumMod val="75000"/>
                </a:schemeClr>
              </a:solidFill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8DA313D-4546-472B-91AB-E45CB18148C8}"/>
              </a:ext>
            </a:extLst>
          </p:cNvPr>
          <p:cNvSpPr txBox="1"/>
          <p:nvPr/>
        </p:nvSpPr>
        <p:spPr>
          <a:xfrm>
            <a:off x="-272714" y="18999879"/>
            <a:ext cx="156054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4000" b="1" dirty="0">
                <a:solidFill>
                  <a:schemeClr val="bg1">
                    <a:lumMod val="95000"/>
                  </a:schemeClr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Drive by DirectX12</a:t>
            </a:r>
            <a:endParaRPr kumimoji="1" lang="ja-JP" altLang="en-US" sz="4000" b="1" dirty="0">
              <a:solidFill>
                <a:schemeClr val="bg1">
                  <a:lumMod val="95000"/>
                </a:schemeClr>
              </a:solidFill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28117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99E46E2-A00B-42E3-A793-4BCD370B9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44470" y="-2193442"/>
            <a:ext cx="18516625" cy="25770508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766FFC-63E2-4707-8811-DCE15B53E428}"/>
              </a:ext>
            </a:extLst>
          </p:cNvPr>
          <p:cNvSpPr txBox="1"/>
          <p:nvPr/>
        </p:nvSpPr>
        <p:spPr>
          <a:xfrm>
            <a:off x="370960" y="18045548"/>
            <a:ext cx="1452491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en-US" altLang="ja-JP" sz="15000" b="1" dirty="0">
                <a:solidFill>
                  <a:schemeClr val="bg1">
                    <a:lumMod val="95000"/>
                  </a:schemeClr>
                </a:solidFill>
                <a:latin typeface="BankGothic Lt BT" panose="020B0607020203060204" pitchFamily="34" charset="0"/>
              </a:rPr>
              <a:t>First Sword</a:t>
            </a:r>
            <a:endParaRPr kumimoji="1" lang="ja-JP" altLang="en-US" sz="15000" b="1" dirty="0">
              <a:solidFill>
                <a:schemeClr val="bg1">
                  <a:lumMod val="95000"/>
                </a:schemeClr>
              </a:solidFill>
              <a:latin typeface="BankGothic Lt BT" panose="020B060702020306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898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1B1BE41-A796-4C2A-A373-F1594ECF4E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23139" y="3714753"/>
            <a:ext cx="9454943" cy="614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789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</TotalTime>
  <Words>12</Words>
  <Application>Microsoft Office PowerPoint</Application>
  <PresentationFormat>ユーザー設定</PresentationFormat>
  <Paragraphs>5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BankGothic Lt BT</vt:lpstr>
      <vt:lpstr>ＭＳ ゴシック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com</dc:creator>
  <cp:lastModifiedBy>鹿原 希吏斗</cp:lastModifiedBy>
  <cp:revision>12</cp:revision>
  <dcterms:created xsi:type="dcterms:W3CDTF">2026-01-23T04:02:15Z</dcterms:created>
  <dcterms:modified xsi:type="dcterms:W3CDTF">2026-02-03T17:08:34Z</dcterms:modified>
</cp:coreProperties>
</file>