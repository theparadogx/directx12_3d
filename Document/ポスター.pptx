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  <p:sldId id="259" r:id="rId4"/>
    <p:sldId id="260" r:id="rId5"/>
    <p:sldId id="261" r:id="rId6"/>
    <p:sldId id="258" r:id="rId7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>
        <p:scale>
          <a:sx n="33" d="100"/>
          <a:sy n="33" d="100"/>
        </p:scale>
        <p:origin x="4926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4618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5618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/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75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5123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9789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6122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371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182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3842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6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879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36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47FF5-0917-4694-B8C0-1A8E8343060F}" type="datetimeFigureOut">
              <a:rPr kumimoji="1" lang="ja-JP" altLang="en-US" smtClean="0"/>
              <a:t>2026/1/23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5961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kumimoji="1"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kumimoji="1"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678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9D6CF86-516B-4407-B05A-1AC2B6135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5119350" cy="2138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32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1403349" y="3503638"/>
            <a:ext cx="1635370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144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370960" y="16629702"/>
            <a:ext cx="145249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117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370960" y="18045548"/>
            <a:ext cx="145249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898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1B1BE41-A796-4C2A-A373-F1594ECF4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23139" y="3714753"/>
            <a:ext cx="9454943" cy="614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78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</TotalTime>
  <Words>6</Words>
  <Application>Microsoft Office PowerPoint</Application>
  <PresentationFormat>ユーザー設定</PresentationFormat>
  <Paragraphs>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Arial</vt:lpstr>
      <vt:lpstr>BankGothic Lt BT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com</dc:creator>
  <cp:lastModifiedBy>com</cp:lastModifiedBy>
  <cp:revision>9</cp:revision>
  <dcterms:created xsi:type="dcterms:W3CDTF">2026-01-23T04:02:15Z</dcterms:created>
  <dcterms:modified xsi:type="dcterms:W3CDTF">2026-01-23T05:48:03Z</dcterms:modified>
</cp:coreProperties>
</file>