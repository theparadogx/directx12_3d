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25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D745C-F8D1-4586-99C8-31042633F1F9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BA13-6E67-4AD8-AB38-B40C4DA25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56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D745C-F8D1-4586-99C8-31042633F1F9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BA13-6E67-4AD8-AB38-B40C4DA25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84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D745C-F8D1-4586-99C8-31042633F1F9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BA13-6E67-4AD8-AB38-B40C4DA25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56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D745C-F8D1-4586-99C8-31042633F1F9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BA13-6E67-4AD8-AB38-B40C4DA25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2421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D745C-F8D1-4586-99C8-31042633F1F9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BA13-6E67-4AD8-AB38-B40C4DA25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49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D745C-F8D1-4586-99C8-31042633F1F9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BA13-6E67-4AD8-AB38-B40C4DA25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91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D745C-F8D1-4586-99C8-31042633F1F9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BA13-6E67-4AD8-AB38-B40C4DA25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092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D745C-F8D1-4586-99C8-31042633F1F9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BA13-6E67-4AD8-AB38-B40C4DA25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1646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D745C-F8D1-4586-99C8-31042633F1F9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BA13-6E67-4AD8-AB38-B40C4DA25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837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D745C-F8D1-4586-99C8-31042633F1F9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BA13-6E67-4AD8-AB38-B40C4DA25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331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D745C-F8D1-4586-99C8-31042633F1F9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BA13-6E67-4AD8-AB38-B40C4DA25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50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D745C-F8D1-4586-99C8-31042633F1F9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DBA13-6E67-4AD8-AB38-B40C4DA25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542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C2CC653A-580E-451E-9CF7-33F2A0D3B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ADFC1ACD-2534-4BD9-9869-F92A7D633CA1}"/>
              </a:ext>
            </a:extLst>
          </p:cNvPr>
          <p:cNvGrpSpPr/>
          <p:nvPr/>
        </p:nvGrpSpPr>
        <p:grpSpPr>
          <a:xfrm>
            <a:off x="868778" y="1539644"/>
            <a:ext cx="10000731" cy="5034376"/>
            <a:chOff x="929738" y="968493"/>
            <a:chExt cx="10000731" cy="5034376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0DA4571A-EEF6-4FDB-A6B4-4084C3881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5262" y="1058331"/>
              <a:ext cx="4944538" cy="4944538"/>
            </a:xfrm>
            <a:prstGeom prst="rect">
              <a:avLst/>
            </a:prstGeom>
          </p:spPr>
        </p:pic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D507AD2-7040-4683-8F0D-DF70EB7BD022}"/>
                </a:ext>
              </a:extLst>
            </p:cNvPr>
            <p:cNvCxnSpPr>
              <a:cxnSpLocks/>
              <a:endCxn id="16" idx="3"/>
            </p:cNvCxnSpPr>
            <p:nvPr/>
          </p:nvCxnSpPr>
          <p:spPr>
            <a:xfrm flipH="1">
              <a:off x="2142065" y="2760133"/>
              <a:ext cx="1388536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0483B3F1-26F5-49CF-8B57-A5B89BE1CB7E}"/>
                </a:ext>
              </a:extLst>
            </p:cNvPr>
            <p:cNvSpPr txBox="1"/>
            <p:nvPr/>
          </p:nvSpPr>
          <p:spPr>
            <a:xfrm>
              <a:off x="1380063" y="2575467"/>
              <a:ext cx="762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bg1"/>
                  </a:solidFill>
                </a:rPr>
                <a:t>移動</a:t>
              </a:r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85EF25DE-F4EE-4D65-9289-DE2DBC14C0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8636" y="3010654"/>
              <a:ext cx="1837262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コネクタ: カギ線 23">
              <a:extLst>
                <a:ext uri="{FF2B5EF4-FFF2-40B4-BE49-F238E27FC236}">
                  <a16:creationId xmlns:a16="http://schemas.microsoft.com/office/drawing/2014/main" id="{8C7DEF23-ADF2-4DE8-8798-490D66BB0A89}"/>
                </a:ext>
              </a:extLst>
            </p:cNvPr>
            <p:cNvCxnSpPr>
              <a:cxnSpLocks/>
            </p:cNvCxnSpPr>
            <p:nvPr/>
          </p:nvCxnSpPr>
          <p:spPr>
            <a:xfrm>
              <a:off x="5539730" y="3429000"/>
              <a:ext cx="2143769" cy="1021080"/>
            </a:xfrm>
            <a:prstGeom prst="bentConnector3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BBE9C7AC-0444-480E-A2B1-46A564974C2A}"/>
                </a:ext>
              </a:extLst>
            </p:cNvPr>
            <p:cNvSpPr txBox="1"/>
            <p:nvPr/>
          </p:nvSpPr>
          <p:spPr>
            <a:xfrm>
              <a:off x="7487063" y="2458855"/>
              <a:ext cx="3103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bg1"/>
                  </a:solidFill>
                </a:rPr>
                <a:t>インタラクト</a:t>
              </a:r>
            </a:p>
          </p:txBody>
        </p:sp>
        <p:cxnSp>
          <p:nvCxnSpPr>
            <p:cNvPr id="28" name="コネクタ: カギ線 27">
              <a:extLst>
                <a:ext uri="{FF2B5EF4-FFF2-40B4-BE49-F238E27FC236}">
                  <a16:creationId xmlns:a16="http://schemas.microsoft.com/office/drawing/2014/main" id="{DB13F18B-DE25-48F9-9593-0F361CDF78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3113" y="1144597"/>
              <a:ext cx="1347787" cy="1030131"/>
            </a:xfrm>
            <a:prstGeom prst="bentConnector3">
              <a:avLst>
                <a:gd name="adj1" fmla="val 813"/>
              </a:avLst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8DC7F443-B25E-4DCC-BED5-164DB024657D}"/>
                </a:ext>
              </a:extLst>
            </p:cNvPr>
            <p:cNvSpPr txBox="1"/>
            <p:nvPr/>
          </p:nvSpPr>
          <p:spPr>
            <a:xfrm>
              <a:off x="7835898" y="4203422"/>
              <a:ext cx="762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bg1"/>
                  </a:solidFill>
                </a:rPr>
                <a:t>視点</a:t>
              </a: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A7C14F55-9049-4A03-A3E2-6C7B3C5A0837}"/>
                </a:ext>
              </a:extLst>
            </p:cNvPr>
            <p:cNvSpPr txBox="1"/>
            <p:nvPr/>
          </p:nvSpPr>
          <p:spPr>
            <a:xfrm>
              <a:off x="7827428" y="2820493"/>
              <a:ext cx="762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bg1"/>
                  </a:solidFill>
                </a:rPr>
                <a:t>回避</a:t>
              </a:r>
            </a:p>
          </p:txBody>
        </p: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851E2F5C-DC3E-4E11-8A27-8EB1C43436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2983" y="2652421"/>
              <a:ext cx="1837262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EA0B5227-A442-4637-A34C-B7CF01E3DFE3}"/>
                </a:ext>
              </a:extLst>
            </p:cNvPr>
            <p:cNvSpPr txBox="1"/>
            <p:nvPr/>
          </p:nvSpPr>
          <p:spPr>
            <a:xfrm>
              <a:off x="7283442" y="968493"/>
              <a:ext cx="3103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bg1"/>
                  </a:solidFill>
                </a:rPr>
                <a:t>攻撃</a:t>
              </a:r>
            </a:p>
          </p:txBody>
        </p:sp>
        <p:cxnSp>
          <p:nvCxnSpPr>
            <p:cNvPr id="53" name="コネクタ: カギ線 52">
              <a:extLst>
                <a:ext uri="{FF2B5EF4-FFF2-40B4-BE49-F238E27FC236}">
                  <a16:creationId xmlns:a16="http://schemas.microsoft.com/office/drawing/2014/main" id="{147F1C66-952C-4103-ACDB-490D80E621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4100" y="1746938"/>
              <a:ext cx="1630680" cy="559380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02E10A6A-3EEA-4F59-9EED-8A48E8E28D04}"/>
                </a:ext>
              </a:extLst>
            </p:cNvPr>
            <p:cNvSpPr txBox="1"/>
            <p:nvPr/>
          </p:nvSpPr>
          <p:spPr>
            <a:xfrm>
              <a:off x="7827428" y="1619641"/>
              <a:ext cx="3103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bg1"/>
                  </a:solidFill>
                </a:rPr>
                <a:t>スキル２</a:t>
              </a: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F1C4F303-C161-472F-9491-028E39273132}"/>
                </a:ext>
              </a:extLst>
            </p:cNvPr>
            <p:cNvSpPr txBox="1"/>
            <p:nvPr/>
          </p:nvSpPr>
          <p:spPr>
            <a:xfrm>
              <a:off x="929738" y="1456203"/>
              <a:ext cx="3103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bg1"/>
                  </a:solidFill>
                </a:rPr>
                <a:t>スキル１</a:t>
              </a:r>
            </a:p>
          </p:txBody>
        </p:sp>
        <p:cxnSp>
          <p:nvCxnSpPr>
            <p:cNvPr id="58" name="コネクタ: カギ線 57">
              <a:extLst>
                <a:ext uri="{FF2B5EF4-FFF2-40B4-BE49-F238E27FC236}">
                  <a16:creationId xmlns:a16="http://schemas.microsoft.com/office/drawing/2014/main" id="{C8F0ABA3-DB36-4EFA-A982-54683B3A301B}"/>
                </a:ext>
              </a:extLst>
            </p:cNvPr>
            <p:cNvCxnSpPr>
              <a:cxnSpLocks/>
            </p:cNvCxnSpPr>
            <p:nvPr/>
          </p:nvCxnSpPr>
          <p:spPr>
            <a:xfrm>
              <a:off x="1951563" y="1619641"/>
              <a:ext cx="1760330" cy="631217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C8CC20A6-19E2-4009-81B5-E17C9BF1AEFC}"/>
              </a:ext>
            </a:extLst>
          </p:cNvPr>
          <p:cNvSpPr txBox="1"/>
          <p:nvPr/>
        </p:nvSpPr>
        <p:spPr>
          <a:xfrm>
            <a:off x="525032" y="332335"/>
            <a:ext cx="3103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b="1" u="sng" dirty="0">
                <a:solidFill>
                  <a:schemeClr val="bg1"/>
                </a:solidFill>
              </a:rPr>
              <a:t>操作方法</a:t>
            </a:r>
          </a:p>
        </p:txBody>
      </p:sp>
    </p:spTree>
    <p:extLst>
      <p:ext uri="{BB962C8B-B14F-4D97-AF65-F5344CB8AC3E}">
        <p14:creationId xmlns:p14="http://schemas.microsoft.com/office/powerpoint/2010/main" val="383551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11</Words>
  <Application>Microsoft Office PowerPoint</Application>
  <PresentationFormat>A4 210 x 297 mm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com</dc:creator>
  <cp:lastModifiedBy>com</cp:lastModifiedBy>
  <cp:revision>6</cp:revision>
  <dcterms:created xsi:type="dcterms:W3CDTF">2026-02-07T07:51:59Z</dcterms:created>
  <dcterms:modified xsi:type="dcterms:W3CDTF">2026-02-07T09:36:18Z</dcterms:modified>
</cp:coreProperties>
</file>